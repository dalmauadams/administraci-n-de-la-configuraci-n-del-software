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ln w="12700" cap="flat">
                <a:solidFill>
                  <a:srgbClr val="0A5C5C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FD1C6"/>
              </a:solidFill>
              <a:ln w="12700" cap="flat">
                <a:solidFill>
                  <a:srgbClr val="0A5C5C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FE7E2"/>
              </a:solidFill>
              <a:ln w="12700" cap="flat">
                <a:solidFill>
                  <a:srgbClr val="0A5C5C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E8E7E"/>
              </a:solidFill>
              <a:ln w="12700" cap="flat">
                <a:solidFill>
                  <a:srgbClr val="0A5C5C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Personnel</c:v>
                </c:pt>
                <c:pt idx="1">
                  <c:v>Infrastructure</c:v>
                </c:pt>
                <c:pt idx="2">
                  <c:v>Hardware</c:v>
                </c:pt>
                <c:pt idx="3">
                  <c:v>Contingency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1156000</c:v>
                </c:pt>
                <c:pt idx="1">
                  <c:v>28900</c:v>
                </c:pt>
                <c:pt idx="2">
                  <c:v>18700</c:v>
                </c:pt>
                <c:pt idx="3">
                  <c:v>120360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state the project name and one-line pitch: a smart irrigation advisory platform for smallholder farmers.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the context: water-scarce farming, climate pressure, and the gap left by expensive commercial precision-agriculture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core problem in one sentence, then support it with the two stats: wasted water and yield loss from non-data-driven irrigation.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describing the web system, walk through the overall solution architecture: sensors and weather data feed a backend engine, which then reaches the farmer either through the web dashboard or an SMS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solution components quickly: data integration, scheduling logic, the dashboard, and the SMS fallback for low-connectivity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four-person team and each role's responsibility; mention that you (Oscar) are the Project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follows Scrum: two-week sprints, defined roles (Product Owner, Scrum Master, Development Team), the four standard ceremonies, and the three core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8-month timeline as four phases, each covering two months and four two-week Scrum sprints: setup, core development, dashboard and alerts, then pilot testing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budget table by role, note the exchange rate used to convert to MXN, then point to the total and the pie chart breakdown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value proposition in one sentence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E8E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AGROSENSE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Advisory Platform for Smallholder Farmers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Project Proposal  |  Oscar Adams Dalmau Tamayo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A5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990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Water-scarce agriculture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64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farms in semi-arid regions like Jalisco depend on irrigation decisions made by eye, not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A5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16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climate pressure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82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rainfall and longer dry spells make manual irrigation timing increasingly unreliable.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A5C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33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gap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994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Precision-irrigation tools exist, but they are priced and built for large commercial operations, not small farms.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lack an affordable, easy-to-use way to know when and how much to irrigate — leading to wasted water, lower yields, and higher costs.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0972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060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real-time soil-moisture or weather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0972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918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precision-agriculture platforms are cost-prohibitive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10972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 and under-irrigation reduce crop yield and soil health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18872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2F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16002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06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irrigation water is typically wasted through manual, non-data-driven scheduling on small farms.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3703320"/>
            <a:ext cx="3017520" cy="0"/>
          </a:xfrm>
          <a:prstGeom prst="line">
            <a:avLst/>
          </a:prstGeom>
          <a:noFill/>
          <a:ln w="19050">
            <a:solidFill>
              <a:srgbClr val="3E8E7E"/>
            </a:solidFill>
            <a:prstDash val="sysDot"/>
          </a:ln>
        </p:spPr>
      </p:sp>
      <p:sp>
        <p:nvSpPr>
          <p:cNvPr id="14" name="Text 12"/>
          <p:cNvSpPr txBox="1"/>
          <p:nvPr/>
        </p:nvSpPr>
        <p:spPr>
          <a:xfrm>
            <a:off x="749808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yield loss linked to poor irrigation timing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web system itself: how data flows from the field into a farmer-ready recommendation.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2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Soil-Moisture Sensors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77640" y="18745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2F6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7764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8745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(fallback)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2697480"/>
            <a:ext cx="0" cy="411480"/>
          </a:xfrm>
          <a:prstGeom prst="line">
            <a:avLst/>
          </a:prstGeom>
          <a:noFill/>
          <a:ln w="22225">
            <a:solidFill>
              <a:srgbClr val="5C73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2697480"/>
            <a:ext cx="0" cy="411480"/>
          </a:xfrm>
          <a:prstGeom prst="line">
            <a:avLst/>
          </a:prstGeom>
          <a:noFill/>
          <a:ln w="22225">
            <a:solidFill>
              <a:srgbClr val="5C73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18320" y="2697480"/>
            <a:ext cx="0" cy="411480"/>
          </a:xfrm>
          <a:prstGeom prst="line">
            <a:avLst/>
          </a:prstGeom>
          <a:noFill/>
          <a:ln w="22225">
            <a:solidFill>
              <a:srgbClr val="5C73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154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3E8E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154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 — Data Collection, Validation &amp; Irrigation Scheduling Engine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3977640"/>
            <a:ext cx="0" cy="411480"/>
          </a:xfrm>
          <a:prstGeom prst="line">
            <a:avLst/>
          </a:prstGeom>
          <a:noFill/>
          <a:ln w="22225">
            <a:solidFill>
              <a:srgbClr val="5C73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3977640"/>
            <a:ext cx="0" cy="411480"/>
          </a:xfrm>
          <a:prstGeom prst="line">
            <a:avLst/>
          </a:prstGeom>
          <a:noFill/>
          <a:ln w="22225">
            <a:solidFill>
              <a:srgbClr val="5C73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4348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544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8737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Farmer-facing interface (this is where the web system comes in)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44348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45445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8737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alerts for low-connectivity farmers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system is only the visible layer of a larger solution: sensors and weather data feed a backend engine that decides what to recommend, and the dashboard (or an SMS message) is simply how that decision reaches the farmer.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web platform that turns low-cost sensor and weather data into simple irrigation guidance.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readings from low-cost soil-moisture sensors and a weather API.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194560"/>
            <a:ext cx="502920" cy="50292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5204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simple day-by-day irrigation recommendation per plot.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5204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Farmer-friendly dashboard with alerts, in Spanish and English.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2194560"/>
            <a:ext cx="502920" cy="50292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5204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text-message alerts for farmers with limited internet access.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four-person team covering management, architecture, and implementation.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A5C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Adams Dalmau Tamayo — scope, planning, budget, and stakeholder communication.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1031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E8E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103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sensor/API integration, and code review.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21031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103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00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database design, and automated testing.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2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21031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2103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2004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UI/UX, alerts, and accessibility for low-connectivity users.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Scrum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agile framework fits a small, four-person team that needs to adapt as pilot farmers give feedback.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91440" cy="50292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(Project Manager) — owns the backlog and priorities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91440" cy="50292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88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44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Developer — facilitates ceremonies, removes blockers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91440" cy="50292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46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027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+ 2 Junior Developers — build and test each increment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Cycle — 2 weeks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1031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260604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5877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10896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0906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(demo)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36118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593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2F6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 •  Sprint Backlog  •  Working Increment (demoed every sprint)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8-month roadmap, organized as four two-month phases of Scrum sprints.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0A5C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requirements, and system architecture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3136392" y="3383280"/>
            <a:ext cx="228600" cy="228600"/>
          </a:xfrm>
          <a:prstGeom prst="triangle">
            <a:avLst/>
          </a:prstGeom>
          <a:solidFill>
            <a:srgbClr val="5C7370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92024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3E8E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5–8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30632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development: sensor/API integration and scheduling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833872" y="3383280"/>
            <a:ext cx="228600" cy="228600"/>
          </a:xfrm>
          <a:prstGeom prst="triangle">
            <a:avLst/>
          </a:prstGeom>
          <a:solidFill>
            <a:srgbClr val="5C737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192024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0A5C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9–12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0632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SMS alerts, and end-to-end integration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8531352" y="3383280"/>
            <a:ext cx="228600" cy="228600"/>
          </a:xfrm>
          <a:prstGeom prst="triangle">
            <a:avLst/>
          </a:prstGeom>
          <a:solidFill>
            <a:srgbClr val="5C7370"/>
          </a:solidFill>
          <a:ln/>
        </p:spPr>
      </p:sp>
      <p:sp>
        <p:nvSpPr>
          <p:cNvPr id="25" name="Shape 23"/>
          <p:cNvSpPr/>
          <p:nvPr/>
        </p:nvSpPr>
        <p:spPr>
          <a:xfrm>
            <a:off x="8641080" y="192024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3E8E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2396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13–16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23960" y="30632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2396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 with farmers, refinement, and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Budget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8-month development cycle, estimated in MXN (≈ $17.00 MXN/USD, Sept. 2026).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675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0058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5C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5C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5C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Full-Stack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Backend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Frontend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subtotal: $1,156,000 MXN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Infrastructure &amp; tools (cloud hosting, licenses): $28,900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Sensor prototyping hardware: $18,700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Contingency (10%): $120,360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98080" y="169164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0A5C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3317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$1,323,960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Pesos (MXN)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818120" y="3429000"/>
          <a:ext cx="34747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3E8E7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turns low-cost sensor data into water savings and better yields for smallholder farmers — delivered over 8 months by a lean, four-person Scrum team within a $1,323,960 MXN budget.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29768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2026-09-04T02:06:23Z</dcterms:created>
  <dcterms:modified xsi:type="dcterms:W3CDTF">2026-09-04T02:06:23Z</dcterms:modified>
</cp:coreProperties>
</file>